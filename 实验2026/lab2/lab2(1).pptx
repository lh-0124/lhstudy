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60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877784-D2BD-F043-8146-1FFEBCE95FBA}" v="8" dt="2026-03-23T05:39:24.6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93" autoAdjust="0"/>
    <p:restoredTop sz="94660"/>
  </p:normalViewPr>
  <p:slideViewPr>
    <p:cSldViewPr snapToGrid="0" showGuides="1">
      <p:cViewPr varScale="1">
        <p:scale>
          <a:sx n="122" d="100"/>
          <a:sy n="122" d="100"/>
        </p:scale>
        <p:origin x="216" y="31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 Zhao" userId="a4240c5aec3b883a" providerId="LiveId" clId="{77A13698-2853-5B9D-BBE8-74B7C5ADB2F7}"/>
    <pc:docChg chg="undo custSel addSld modSld sldOrd">
      <pc:chgData name="Li Zhao" userId="a4240c5aec3b883a" providerId="LiveId" clId="{77A13698-2853-5B9D-BBE8-74B7C5ADB2F7}" dt="2026-03-23T05:39:34.319" v="686" actId="20577"/>
      <pc:docMkLst>
        <pc:docMk/>
      </pc:docMkLst>
      <pc:sldChg chg="addSp modSp mod">
        <pc:chgData name="Li Zhao" userId="a4240c5aec3b883a" providerId="LiveId" clId="{77A13698-2853-5B9D-BBE8-74B7C5ADB2F7}" dt="2026-03-23T05:39:22.743" v="683" actId="1076"/>
        <pc:sldMkLst>
          <pc:docMk/>
          <pc:sldMk cId="0" sldId="257"/>
        </pc:sldMkLst>
        <pc:spChg chg="mod">
          <ac:chgData name="Li Zhao" userId="a4240c5aec3b883a" providerId="LiveId" clId="{77A13698-2853-5B9D-BBE8-74B7C5ADB2F7}" dt="2026-03-23T05:38:12.147" v="662" actId="20577"/>
          <ac:spMkLst>
            <pc:docMk/>
            <pc:sldMk cId="0" sldId="257"/>
            <ac:spMk id="3" creationId="{00000000-0000-0000-0000-000000000000}"/>
          </ac:spMkLst>
        </pc:spChg>
        <pc:spChg chg="add mod">
          <ac:chgData name="Li Zhao" userId="a4240c5aec3b883a" providerId="LiveId" clId="{77A13698-2853-5B9D-BBE8-74B7C5ADB2F7}" dt="2026-03-23T05:39:22.743" v="683" actId="1076"/>
          <ac:spMkLst>
            <pc:docMk/>
            <pc:sldMk cId="0" sldId="257"/>
            <ac:spMk id="5" creationId="{2D9DF320-FE41-8625-8903-6677F2E74ED7}"/>
          </ac:spMkLst>
        </pc:spChg>
        <pc:picChg chg="mod">
          <ac:chgData name="Li Zhao" userId="a4240c5aec3b883a" providerId="LiveId" clId="{77A13698-2853-5B9D-BBE8-74B7C5ADB2F7}" dt="2026-03-23T05:39:22.743" v="683" actId="1076"/>
          <ac:picMkLst>
            <pc:docMk/>
            <pc:sldMk cId="0" sldId="257"/>
            <ac:picMk id="4" creationId="{00000000-0000-0000-0000-000000000000}"/>
          </ac:picMkLst>
        </pc:picChg>
      </pc:sldChg>
      <pc:sldChg chg="addSp delSp modSp mod">
        <pc:chgData name="Li Zhao" userId="a4240c5aec3b883a" providerId="LiveId" clId="{77A13698-2853-5B9D-BBE8-74B7C5ADB2F7}" dt="2026-03-23T05:39:26.553" v="685" actId="1076"/>
        <pc:sldMkLst>
          <pc:docMk/>
          <pc:sldMk cId="0" sldId="258"/>
        </pc:sldMkLst>
        <pc:spChg chg="mod">
          <ac:chgData name="Li Zhao" userId="a4240c5aec3b883a" providerId="LiveId" clId="{77A13698-2853-5B9D-BBE8-74B7C5ADB2F7}" dt="2026-03-23T05:39:12.149" v="672" actId="14100"/>
          <ac:spMkLst>
            <pc:docMk/>
            <pc:sldMk cId="0" sldId="258"/>
            <ac:spMk id="3" creationId="{00000000-0000-0000-0000-000000000000}"/>
          </ac:spMkLst>
        </pc:spChg>
        <pc:spChg chg="add del mod">
          <ac:chgData name="Li Zhao" userId="a4240c5aec3b883a" providerId="LiveId" clId="{77A13698-2853-5B9D-BBE8-74B7C5ADB2F7}" dt="2026-03-23T05:39:08.958" v="671" actId="478"/>
          <ac:spMkLst>
            <pc:docMk/>
            <pc:sldMk cId="0" sldId="258"/>
            <ac:spMk id="5" creationId="{A15E9B50-F0D1-EAD3-B0CC-5FE5851C8468}"/>
          </ac:spMkLst>
        </pc:spChg>
        <pc:spChg chg="add mod">
          <ac:chgData name="Li Zhao" userId="a4240c5aec3b883a" providerId="LiveId" clId="{77A13698-2853-5B9D-BBE8-74B7C5ADB2F7}" dt="2026-03-23T05:39:26.553" v="685" actId="1076"/>
          <ac:spMkLst>
            <pc:docMk/>
            <pc:sldMk cId="0" sldId="258"/>
            <ac:spMk id="6" creationId="{18D2B6C4-66C4-728C-AFDF-D41DCE6DF31B}"/>
          </ac:spMkLst>
        </pc:spChg>
        <pc:picChg chg="mod">
          <ac:chgData name="Li Zhao" userId="a4240c5aec3b883a" providerId="LiveId" clId="{77A13698-2853-5B9D-BBE8-74B7C5ADB2F7}" dt="2026-03-23T05:39:13.517" v="673" actId="1076"/>
          <ac:picMkLst>
            <pc:docMk/>
            <pc:sldMk cId="0" sldId="258"/>
            <ac:picMk id="4" creationId="{00000000-0000-0000-0000-000000000000}"/>
          </ac:picMkLst>
        </pc:picChg>
      </pc:sldChg>
      <pc:sldChg chg="modSp mod">
        <pc:chgData name="Li Zhao" userId="a4240c5aec3b883a" providerId="LiveId" clId="{77A13698-2853-5B9D-BBE8-74B7C5ADB2F7}" dt="2026-03-23T05:39:34.319" v="686" actId="20577"/>
        <pc:sldMkLst>
          <pc:docMk/>
          <pc:sldMk cId="0" sldId="259"/>
        </pc:sldMkLst>
        <pc:spChg chg="mod">
          <ac:chgData name="Li Zhao" userId="a4240c5aec3b883a" providerId="LiveId" clId="{77A13698-2853-5B9D-BBE8-74B7C5ADB2F7}" dt="2026-03-23T05:39:34.319" v="686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Li Zhao" userId="a4240c5aec3b883a" providerId="LiveId" clId="{77A13698-2853-5B9D-BBE8-74B7C5ADB2F7}" dt="2026-03-23T05:22:36.301" v="396" actId="207"/>
          <ac:spMkLst>
            <pc:docMk/>
            <pc:sldMk cId="0" sldId="259"/>
            <ac:spMk id="7" creationId="{00000000-0000-0000-0000-000000000000}"/>
          </ac:spMkLst>
        </pc:spChg>
      </pc:sldChg>
      <pc:sldChg chg="addSp delSp modSp new mod ord modClrScheme chgLayout">
        <pc:chgData name="Li Zhao" userId="a4240c5aec3b883a" providerId="LiveId" clId="{77A13698-2853-5B9D-BBE8-74B7C5ADB2F7}" dt="2026-03-23T05:12:52.270" v="51" actId="20577"/>
        <pc:sldMkLst>
          <pc:docMk/>
          <pc:sldMk cId="2972967704" sldId="260"/>
        </pc:sldMkLst>
        <pc:spChg chg="del mod ord">
          <ac:chgData name="Li Zhao" userId="a4240c5aec3b883a" providerId="LiveId" clId="{77A13698-2853-5B9D-BBE8-74B7C5ADB2F7}" dt="2026-03-23T05:12:36.876" v="21" actId="700"/>
          <ac:spMkLst>
            <pc:docMk/>
            <pc:sldMk cId="2972967704" sldId="260"/>
            <ac:spMk id="2" creationId="{A196BE3D-F6C4-72C9-4C41-B31663A4ED21}"/>
          </ac:spMkLst>
        </pc:spChg>
        <pc:spChg chg="del mod ord">
          <ac:chgData name="Li Zhao" userId="a4240c5aec3b883a" providerId="LiveId" clId="{77A13698-2853-5B9D-BBE8-74B7C5ADB2F7}" dt="2026-03-23T05:12:36.876" v="21" actId="700"/>
          <ac:spMkLst>
            <pc:docMk/>
            <pc:sldMk cId="2972967704" sldId="260"/>
            <ac:spMk id="3" creationId="{ECCED488-30D8-95DC-7420-9D414685A02B}"/>
          </ac:spMkLst>
        </pc:spChg>
        <pc:spChg chg="add mod ord">
          <ac:chgData name="Li Zhao" userId="a4240c5aec3b883a" providerId="LiveId" clId="{77A13698-2853-5B9D-BBE8-74B7C5ADB2F7}" dt="2026-03-23T05:12:40.358" v="26" actId="20577"/>
          <ac:spMkLst>
            <pc:docMk/>
            <pc:sldMk cId="2972967704" sldId="260"/>
            <ac:spMk id="4" creationId="{A98A3CBD-53F5-E372-C3C6-5BF46E628B19}"/>
          </ac:spMkLst>
        </pc:spChg>
        <pc:spChg chg="add mod ord">
          <ac:chgData name="Li Zhao" userId="a4240c5aec3b883a" providerId="LiveId" clId="{77A13698-2853-5B9D-BBE8-74B7C5ADB2F7}" dt="2026-03-23T05:12:52.270" v="51" actId="20577"/>
          <ac:spMkLst>
            <pc:docMk/>
            <pc:sldMk cId="2972967704" sldId="260"/>
            <ac:spMk id="5" creationId="{5B018880-EE41-2E19-2A78-8B19C36757C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5025C-D339-CA44-A36B-8E7331354280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5025C-D339-CA44-A36B-8E7331354280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2026/3/23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8A3CBD-53F5-E372-C3C6-5BF46E628B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2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B018880-EE41-2E19-2A78-8B19C36757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967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en-US"/>
              <a:t> Spatial </a:t>
            </a:r>
            <a:r>
              <a:rPr lang="en-US" altLang="zh-CN"/>
              <a:t>Transform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330" y="1271905"/>
            <a:ext cx="8272911" cy="4742180"/>
          </a:xfrm>
        </p:spPr>
        <p:txBody>
          <a:bodyPr>
            <a:noAutofit/>
          </a:bodyPr>
          <a:lstStyle/>
          <a:p>
            <a:r>
              <a:rPr lang="en-US" altLang="zh-CN" sz="2000" dirty="0">
                <a:solidFill>
                  <a:schemeClr val="tx1"/>
                </a:solidFill>
              </a:rPr>
              <a:t>Affine transformation:lab2_MRI.</a:t>
            </a:r>
            <a:r>
              <a:rPr lang="en-US" altLang="zh-CN" sz="2000" dirty="0" err="1">
                <a:solidFill>
                  <a:schemeClr val="tx1"/>
                </a:solidFill>
              </a:rPr>
              <a:t>npy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chemeClr val="tx1"/>
                </a:solidFill>
              </a:rPr>
              <a:t>Use the provided data of brain MRI, d</a:t>
            </a:r>
            <a:r>
              <a:rPr lang="en-US" altLang="zh-CN" sz="2000" dirty="0">
                <a:solidFill>
                  <a:schemeClr val="tx1"/>
                </a:solidFill>
                <a:ea typeface="+mn-ea"/>
              </a:rPr>
              <a:t>esign and implement the following experiments: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>
                <a:solidFill>
                  <a:schemeClr val="tx1"/>
                </a:solidFill>
              </a:rPr>
              <a:t>Forward-Backward Rotation: Rotate the image by pi/5, then rotate it back by -theta to its original position. Perform the above rotation with Nearest Neighbor and Bilinear interpolation.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>
                <a:solidFill>
                  <a:schemeClr val="tx1"/>
                </a:solidFill>
              </a:rPr>
              <a:t>Highlights the regions (zoom-in if needed) with notable differences between the two methods using arrows.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>
                <a:solidFill>
                  <a:schemeClr val="tx1"/>
                </a:solidFill>
              </a:rPr>
              <a:t>Show and quantify the differences between the original and the recovered image.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>
                <a:solidFill>
                  <a:schemeClr val="tx1"/>
                </a:solidFill>
              </a:rPr>
              <a:t>Bonus: Compare the information loss between 1 rotation cycle (theta -&gt; -theta) and 5 continuous rotation cycles.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056633" y="1961515"/>
            <a:ext cx="2962910" cy="29349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9DF320-FE41-8625-8903-6677F2E74ED7}"/>
              </a:ext>
            </a:extLst>
          </p:cNvPr>
          <p:cNvSpPr txBox="1"/>
          <p:nvPr/>
        </p:nvSpPr>
        <p:spPr>
          <a:xfrm>
            <a:off x="9498758" y="4910455"/>
            <a:ext cx="23519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u="sng" dirty="0">
                <a:solidFill>
                  <a:srgbClr val="0070C0"/>
                </a:solidFill>
              </a:rPr>
              <a:t>Requirements</a:t>
            </a:r>
            <a:r>
              <a:rPr lang="en-US" altLang="zh-CN" dirty="0">
                <a:solidFill>
                  <a:srgbClr val="0070C0"/>
                </a:solidFill>
              </a:rPr>
              <a:t>:</a:t>
            </a:r>
          </a:p>
          <a:p>
            <a:pPr algn="ctr"/>
            <a:r>
              <a:rPr lang="en-US" altLang="zh-CN" dirty="0">
                <a:solidFill>
                  <a:srgbClr val="0070C0"/>
                </a:solidFill>
              </a:rPr>
              <a:t>using matrix operator</a:t>
            </a:r>
          </a:p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en-US"/>
              <a:t>: </a:t>
            </a:r>
            <a:r>
              <a:rPr lang="en-US" dirty="0"/>
              <a:t>Intensity Transform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0919"/>
            <a:ext cx="8868410" cy="5414681"/>
          </a:xfrm>
        </p:spPr>
        <p:txBody>
          <a:bodyPr/>
          <a:lstStyle/>
          <a:p>
            <a:r>
              <a:rPr lang="en-GB" altLang="zh-CN" sz="2400" dirty="0">
                <a:solidFill>
                  <a:schemeClr val="tx1"/>
                </a:solidFill>
                <a:latin typeface="+mj-lt"/>
              </a:rPr>
              <a:t>Intensity transform</a:t>
            </a:r>
            <a:r>
              <a:rPr lang="en-US" altLang="zh-CN" sz="2400" dirty="0">
                <a:solidFill>
                  <a:schemeClr val="tx1"/>
                </a:solidFill>
                <a:latin typeface="+mj-lt"/>
              </a:rPr>
              <a:t>: lab2_CT.npy</a:t>
            </a:r>
            <a:endParaRPr lang="en-GB" altLang="zh-CN" sz="2400" dirty="0">
              <a:solidFill>
                <a:schemeClr val="tx1"/>
              </a:solidFill>
              <a:latin typeface="+mj-lt"/>
            </a:endParaRPr>
          </a:p>
          <a:p>
            <a:r>
              <a:rPr lang="en-US" sz="2400" dirty="0">
                <a:solidFill>
                  <a:schemeClr val="tx1"/>
                </a:solidFill>
                <a:latin typeface="+mj-lt"/>
              </a:rPr>
              <a:t>Design Log transform and Power transform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Adjust the parameters to achieve the best visual effect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Explain the major differences between the methods and parameters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Explain how to select the optimal parameter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sz="2400" dirty="0">
                <a:solidFill>
                  <a:schemeClr val="tx1"/>
                </a:solidFill>
              </a:rPr>
              <a:t>Design/select parameters that are appropriate for observing lung tissue versus bone structures?</a:t>
            </a:r>
          </a:p>
          <a:p>
            <a:pPr lvl="1"/>
            <a:endParaRPr lang="en-US" sz="2400" dirty="0">
              <a:solidFill>
                <a:schemeClr val="tx1"/>
              </a:solidFill>
              <a:latin typeface="+mj-lt"/>
            </a:endParaRPr>
          </a:p>
          <a:p>
            <a:endParaRPr lang="en-US" dirty="0">
              <a:solidFill>
                <a:schemeClr val="tx1"/>
              </a:solidFill>
              <a:latin typeface="+mj-lt"/>
            </a:endParaRPr>
          </a:p>
          <a:p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t="-1618" r="-3512"/>
          <a:stretch>
            <a:fillRect/>
          </a:stretch>
        </p:blipFill>
        <p:spPr>
          <a:xfrm>
            <a:off x="9478010" y="1175414"/>
            <a:ext cx="2713990" cy="27114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D2B6C4-66C4-728C-AFDF-D41DCE6DF31B}"/>
              </a:ext>
            </a:extLst>
          </p:cNvPr>
          <p:cNvSpPr txBox="1"/>
          <p:nvPr/>
        </p:nvSpPr>
        <p:spPr>
          <a:xfrm>
            <a:off x="9659042" y="3911237"/>
            <a:ext cx="23519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u="sng" dirty="0">
                <a:solidFill>
                  <a:srgbClr val="0070C0"/>
                </a:solidFill>
              </a:rPr>
              <a:t>Requirements</a:t>
            </a:r>
            <a:r>
              <a:rPr lang="en-US" altLang="zh-CN" dirty="0">
                <a:solidFill>
                  <a:srgbClr val="0070C0"/>
                </a:solidFill>
              </a:rPr>
              <a:t>:</a:t>
            </a:r>
          </a:p>
          <a:p>
            <a:pPr algn="ctr"/>
            <a:r>
              <a:rPr lang="en-US" altLang="zh-CN" dirty="0">
                <a:solidFill>
                  <a:srgbClr val="0070C0"/>
                </a:solidFill>
              </a:rPr>
              <a:t>using matrix operator</a:t>
            </a:r>
          </a:p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8400" y="1490400"/>
            <a:ext cx="8829890" cy="4759200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the data of the X-Ray image, </a:t>
            </a:r>
            <a:r>
              <a:rPr lang="en-US" altLang="zh-CN" sz="2400" dirty="0">
                <a:solidFill>
                  <a:schemeClr val="tx1"/>
                </a:solidFill>
              </a:rPr>
              <a:t>lab2_filter.npy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your code to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nhance the image</a:t>
            </a: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 steps</a:t>
            </a:r>
            <a:r>
              <a:rPr lang="en-US" sz="24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3"/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8-neighbor Laplacian filter</a:t>
            </a:r>
          </a:p>
          <a:p>
            <a:pPr lvl="3"/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3×3 Sobel filter in 2 directions</a:t>
            </a:r>
          </a:p>
          <a:p>
            <a:pPr lvl="2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steps with your design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 how the enhancement pipeline is selected and effects of each step </a:t>
            </a:r>
          </a:p>
        </p:txBody>
      </p:sp>
      <p:sp>
        <p:nvSpPr>
          <p:cNvPr id="7" name="Title 1"/>
          <p:cNvSpPr txBox="1"/>
          <p:nvPr/>
        </p:nvSpPr>
        <p:spPr>
          <a:xfrm>
            <a:off x="751428" y="567575"/>
            <a:ext cx="10972800" cy="71717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kern="0" dirty="0">
                <a:solidFill>
                  <a:schemeClr val="tx1"/>
                </a:solidFill>
              </a:rPr>
              <a:t>Project 3: </a:t>
            </a:r>
            <a:r>
              <a:rPr lang="en-US" altLang="zh-CN" kern="0" dirty="0">
                <a:solidFill>
                  <a:schemeClr val="tx1"/>
                </a:solidFill>
              </a:rPr>
              <a:t>Spatial Filter: </a:t>
            </a:r>
            <a:r>
              <a:rPr lang="en-US" kern="0" dirty="0">
                <a:solidFill>
                  <a:schemeClr val="tx1"/>
                </a:solidFill>
              </a:rPr>
              <a:t>High pass filter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848" y="1687196"/>
            <a:ext cx="2552920" cy="406576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244</Words>
  <Application>Microsoft Macintosh PowerPoint</Application>
  <PresentationFormat>Widescreen</PresentationFormat>
  <Paragraphs>30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WPS</vt:lpstr>
      <vt:lpstr>Lab 2</vt:lpstr>
      <vt:lpstr>Project 1 Spatial Transform</vt:lpstr>
      <vt:lpstr>Project 2: Intensity Transform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 Zhao</cp:lastModifiedBy>
  <cp:revision>161</cp:revision>
  <dcterms:created xsi:type="dcterms:W3CDTF">2019-06-19T02:08:00Z</dcterms:created>
  <dcterms:modified xsi:type="dcterms:W3CDTF">2026-03-23T05:39:37Z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06456F97B1BD4B6F86666A1435D3C99F_11</vt:lpwstr>
  </property>
</Properties>
</file>